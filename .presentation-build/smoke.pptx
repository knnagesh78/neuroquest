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5c6d13f660453e" /><Relationship Type="http://schemas.openxmlformats.org/officeDocument/2006/relationships/extended-properties" Target="/docProps/app.xml" Id="Rec4e4b3bf24049fe" /><Relationship Type="http://schemas.openxmlformats.org/officeDocument/2006/relationships/officeDocument" Target="/ppt/presentation.xml" Id="Rab691fcafb3044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28ffe4e524402e"/>
  </p:sldMasterIdLst>
  <p:notesMasterIdLst>
    <p:notesMasterId xmlns:r="http://schemas.openxmlformats.org/officeDocument/2006/relationships" r:id="R330dac07da6944d9"/>
  </p:notesMasterIdLst>
  <p:sldIdLst>
    <p:sldId xmlns:r="http://schemas.openxmlformats.org/officeDocument/2006/relationships" id="256" r:id="Rf1b99feb66f64f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612295a01247d8" /><Relationship Type="http://schemas.openxmlformats.org/officeDocument/2006/relationships/slideMaster" Target="/ppt/slideMasters/slideMaster1.xml" Id="Rab28ffe4e524402e" /><Relationship Type="http://schemas.openxmlformats.org/officeDocument/2006/relationships/notesMaster" Target="/ppt/notesMasters/notesMaster1.xml" Id="R330dac07da6944d9" /><Relationship Type="http://schemas.openxmlformats.org/officeDocument/2006/relationships/presProps" Target="/ppt/presProps.xml" Id="R4c14a34b92da40b0" /><Relationship Type="http://schemas.openxmlformats.org/officeDocument/2006/relationships/tableStyles" Target="/ppt/tableStyles.xml" Id="Rdc3c3dd927d34ccf" /><Relationship Type="http://schemas.openxmlformats.org/officeDocument/2006/relationships/slide" Target="/ppt/slides/slide1.xml" Id="Rf1b99feb66f64f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f4247fc71a46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573a72962149f3" /><Relationship Type="http://schemas.openxmlformats.org/officeDocument/2006/relationships/notesMaster" Target="/ppt/notesMasters/notesMaster1.xml" Id="R5259f7e9417f46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fb665251740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54c2cadd854c7a" /><Relationship Type="http://schemas.openxmlformats.org/officeDocument/2006/relationships/slideLayout" Target="/ppt/slideLayouts/slideLayout1.xml" Id="R9a95eeb3bacd45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95eeb3bacd45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534d65fde4ce4" /><Relationship Type="http://schemas.openxmlformats.org/officeDocument/2006/relationships/notesSlide" Target="/ppt/notesSlides/notesSlide1.xml" Id="R7d279654328343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13F15-C80F-4382-8EF6-BE85EC84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21B3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21B38"/>
                </a:solidFill>
                <a:latin typeface="Arial"/>
                <a:ea typeface="Arial"/>
                <a:cs typeface="Arial"/>
              </a:rPr>
              <a:t>NeuroQuest</a:t>
            </a:r>
          </a:p>
        </p:txBody>
      </p:sp>
    </p:spTree>
    <p:extLst>
      <p:ext uri="{BB962C8B-B14F-4D97-AF65-F5344CB8AC3E}">
        <p14:creationId xmlns:p14="http://schemas.microsoft.com/office/powerpoint/2010/main" val="374433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2026-09-19T16:09:34.3370000Z</dcterms:created>
  <dcterms:modified xsi:type="dcterms:W3CDTF">2026-09-19T16:09:34.3370000Z</dcterms:modified>
</coreProperties>
</file>